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ber_bg_17826571809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6400">
                <a:solidFill>
                  <a:srgbClr val="00FFCC"/>
                </a:solidFill>
              </a:defRPr>
            </a:pPr>
            <a:r>
              <a:t>CyberShield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>
                <a:solidFill>
                  <a:srgbClr val="DCE2F0"/>
                </a:solidFill>
              </a:defRPr>
            </a:pPr>
            <a:r>
              <a:t>Intelligent Cyber Incident Detection and Safety Management Portal</a:t>
            </a:r>
          </a:p>
          <a:p>
            <a:pPr algn="l">
              <a:defRPr sz="2400">
                <a:solidFill>
                  <a:srgbClr val="DCE2F0"/>
                </a:solidFill>
              </a:defRPr>
            </a:pPr>
          </a:p>
          <a:p>
            <a:pPr algn="l">
              <a:defRPr sz="2400">
                <a:solidFill>
                  <a:srgbClr val="DCE2F0"/>
                </a:solidFill>
              </a:defRPr>
            </a:pPr>
            <a:r>
              <a:t>Submitted by: Rathish R (922525106247)</a:t>
            </a:r>
          </a:p>
          <a:p>
            <a:pPr algn="l">
              <a:defRPr sz="2400">
                <a:solidFill>
                  <a:srgbClr val="DCE2F0"/>
                </a:solidFill>
              </a:defRPr>
            </a:pPr>
            <a:r>
              <a:t>Guide: Ms. AYSHA</a:t>
            </a:r>
          </a:p>
          <a:p>
            <a:pPr algn="l">
              <a:defRPr sz="2400">
                <a:solidFill>
                  <a:srgbClr val="DCE2F0"/>
                </a:solidFill>
              </a:defRPr>
            </a:pPr>
            <a:r>
              <a:t>VSB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00FFCC"/>
                </a:solidFill>
              </a:defRPr>
            </a:pPr>
            <a:r>
              <a:t>Background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DCE2F0"/>
                </a:solidFill>
              </a:defRPr>
            </a:pPr>
            <a:r>
              <a:t>Cybercrime in India increased by 11.8% in 2022 (NCRB data).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CERT-In handled over 13.9 lakh incidents in 2022 alone.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Current systems (cybercrime.gov.in) lack real-time AI analysis.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SIH25183 requires an Intelligent Cyber Incident Detection Portal.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Crucial need for automated threat detection and instant citizen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00FFCC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8686800" cy="0"/>
          </a:xfrm>
        </p:spPr>
        <p:txBody>
          <a:bodyPr/>
          <a:lstStyle/>
          <a:p>
            <a:pPr>
              <a:defRPr sz="2800">
                <a:solidFill>
                  <a:srgbClr val="DCE2F0"/>
                </a:solidFill>
              </a:defRPr>
            </a:pPr>
            <a:r>
              <a:t>Develop a secure, role-based web portal for citizens and admins.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Integrate Google Gemini AI for automated incident risk scoring.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Provide a real-time AI Phishing Detector for links and emails.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Offer an AI Chatbot (CyberBot) for conversational victim guidance.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Implement real-time safety alert broadcasting with audio.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Build an administrative analytics dashboard for monitoring.</a:t>
            </a:r>
          </a:p>
        </p:txBody>
      </p:sp>
      <p:pic>
        <p:nvPicPr>
          <p:cNvPr id="4" name="Picture 3" descr="cyber_brain_17826572047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00FFCC"/>
                </a:solidFill>
              </a:defRPr>
            </a:pPr>
            <a:r>
              <a:t>Proposed System: CyberShield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8686800" cy="0"/>
          </a:xfrm>
        </p:spPr>
        <p:txBody>
          <a:bodyPr/>
          <a:lstStyle/>
          <a:p>
            <a:pPr>
              <a:defRPr sz="2800">
                <a:solidFill>
                  <a:srgbClr val="DCE2F0"/>
                </a:solidFill>
              </a:defRPr>
            </a:pPr>
            <a:r>
              <a:t>Dual-Portal System: Citizen Portal &amp; Admin Command Centre.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Citizen Portal: Intuitive reporting, instant AI scoring, Phishing Detector.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Admin Centre: Secure dashboard, incident triage, analytics, alerts.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Database-level security utilizing Row-Level Security (RLS).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Modern, cyberpunk-themed responsive UI built with React.</a:t>
            </a:r>
          </a:p>
        </p:txBody>
      </p:sp>
      <p:pic>
        <p:nvPicPr>
          <p:cNvPr id="4" name="Picture 3" descr="cyber_shield_17826571926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00FFCC"/>
                </a:solidFill>
              </a:defRPr>
            </a:pPr>
            <a:r>
              <a:t>System 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DCE2F0"/>
                </a:solidFill>
              </a:defRPr>
            </a:pPr>
            <a:r>
              <a:t>Frontend: React 18, TypeScript, Tailwind CSS, React Router v7.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Backend &amp; Database: Supabase (PostgreSQL), Supabase Auth.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AI Engine: Google Gemini 2.5 Flash API.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Security: Supabase Row-Level Security (RLS) for data isolation.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Deployment: Vercel CDN &amp; Hosting with GitHub CI/CD.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00FFCC"/>
                </a:solidFill>
              </a:defRPr>
            </a:pPr>
            <a:r>
              <a:t>Key Feature: AI Risk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8686800" cy="0"/>
          </a:xfrm>
        </p:spPr>
        <p:txBody>
          <a:bodyPr/>
          <a:lstStyle/>
          <a:p>
            <a:pPr>
              <a:defRPr sz="2800">
                <a:solidFill>
                  <a:srgbClr val="DCE2F0"/>
                </a:solidFill>
              </a:defRPr>
            </a:pPr>
            <a:r>
              <a:t>Dual-Layer Architecture for enhanced accuracy.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Layer 1 (Client-Side): Keyword-based scoring for instant base risk.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Layer 2 (API-Side): Gemini AI provides comprehensive analysis.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Returns a definitive Risk Score (0-100) and threat categorisation.</a:t>
            </a:r>
          </a:p>
        </p:txBody>
      </p:sp>
      <p:pic>
        <p:nvPicPr>
          <p:cNvPr id="4" name="Picture 3" descr="cyber_brain_17826572047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00FFCC"/>
                </a:solidFill>
              </a:defRPr>
            </a:pPr>
            <a:r>
              <a:t>Key Feature: CyberBot &amp; Phishing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8686800" cy="0"/>
          </a:xfrm>
        </p:spPr>
        <p:txBody>
          <a:bodyPr/>
          <a:lstStyle/>
          <a:p>
            <a:pPr>
              <a:defRPr sz="2800">
                <a:solidFill>
                  <a:srgbClr val="DCE2F0"/>
                </a:solidFill>
              </a:defRPr>
            </a:pPr>
            <a:r>
              <a:t>CyberBot: Floating AI assistant providing India-specific guidance.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Maintains multi-turn conversation history with quick-question buttons.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Phishing Detector: Analyses URLs and emails in real-time.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Returns a verdict (Safe/Suspicious/Dangerous) and threat score.</a:t>
            </a:r>
          </a:p>
        </p:txBody>
      </p:sp>
      <p:pic>
        <p:nvPicPr>
          <p:cNvPr id="4" name="Picture 3" descr="cyber_shield_17826571926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00FFCC"/>
                </a:solidFill>
              </a:defRPr>
            </a:pPr>
            <a:r>
              <a:t>Key Feature: Admin Command Centre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DCE2F0"/>
                </a:solidFill>
              </a:defRPr>
            </a:pPr>
            <a:r>
              <a:t>Dashboard with KPI cards and 7-day trend visualisations.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Searchable and filterable incident table with AI insights.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Visual Analytics: Area, pie, and bar charts for incident data.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Safety Alerts: Admins broadcast severity-coded alerts to citizens.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Audio Notifications: Synthesised Web Audio API pings on devices.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00FFCC"/>
                </a:solidFill>
              </a:defRPr>
            </a:pPr>
            <a: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DCE2F0"/>
                </a:solidFill>
              </a:defRPr>
            </a:pPr>
            <a:r>
              <a:t>Production-ready portal deployed at cybersafe-india-portal.vercel.app.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Achieved &lt;2 seconds page load and 85+ Lighthouse scores.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Successfully integrated three distinct Google Gemini AI capabilities.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Ensured strict data isolation between citizens and admins via RLS.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Demonstrates AI's massive impact on cyber incident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00FFC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>
                <a:solidFill>
                  <a:srgbClr val="DCE2F0"/>
                </a:solidFill>
              </a:defRPr>
            </a:pPr>
            <a:r>
              <a:t>Native Mobile Applications (Android/iOS) via React Native.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Direct API integration with CCTNS and CERT-In.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Multi-language support for regional Indian languages.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Cloud-based evidence attachment using Supabase Storage.</a:t>
            </a:r>
          </a:p>
          <a:p>
            <a:pPr>
              <a:defRPr sz="2800">
                <a:solidFill>
                  <a:srgbClr val="DCE2F0"/>
                </a:solidFill>
              </a:defRPr>
            </a:pPr>
            <a:r>
              <a:t>Push notifications (Browser/SMS) using Twilio.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